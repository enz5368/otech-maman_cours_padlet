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10896"/>
            <a:ext cx="12191695" cy="20116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9728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L'alfabeto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italiano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68880" y="3154680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de classe · version avec et sans prononciation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4251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A  B  C  D  E  F  G  H  I  L  M  N  O  P  Q  R  S  T  U  V  Z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926080" y="4892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 · K · W · X · Y = lettere straniere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d’emploi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Deux usages : présentation guidée puis jeu de révision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5074920" cy="114300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professeur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lettre + le nom + la prononciation + 3 mots illustrés.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élèves écoutent, répètent, puis épellent.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1417320"/>
            <a:ext cx="5074920" cy="114300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jeu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lettre + les images seulement.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élèves retrouvent le nom de la lettre, la prononciation et les mots.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4892040"/>
            <a:ext cx="8046720" cy="68580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 orale : “Ascolta, ripeti, poi fai lo spelling.”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L'alphabet complet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Les lettres de base + les lettres étrangères utiles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1018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 B   C   D   E   F   G   H   I   L   M   N   O   P   Q   R   S   T   U   V   Z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251960" y="3035808"/>
            <a:ext cx="3703320" cy="41148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lettres de 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3977640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  K   W   X   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5056632"/>
            <a:ext cx="3429000" cy="41148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lettere straniere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✈️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aereo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🌳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🍊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arancia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Tocca a te: trouve un autre mot en 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1/26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/bi/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🚲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bicicletta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👦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bambino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Épelle le mot : bicicletta.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2/26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/tʃi/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🐶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🏠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❤️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cuore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Observe : CA / CO / CU se prononcent souvent comme K.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3/26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🎲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🐬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delfino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🍰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Répète les trois mots à voix haute.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4/26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elefante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☕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espresso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☀️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Entoure la lettre E dans chaque mot.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5/26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F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effe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/effe/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🌸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fiore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farfalla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👪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famiglia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Attention au son GLI dans famiglia.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6/26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/dʒi/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🐱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gatto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🍦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gelato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🦒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giraffa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Observe : GA / GO / GU et GE / GI.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7/26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/akka/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🍔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hamburger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hobby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En italien, H ne se prononce pas seule.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8/26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🏝️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🇮🇹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Italia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🪣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imbuto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Dis : I come Italia.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9/26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J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Lettera straniera · mots internationaux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 lunga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 lunga/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👖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jeans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🎷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jazz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Lettre étrangère : utile pour les mots empruntés.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10/26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Lettera straniera · mots internationaux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cappa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/kappa/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kiwi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🛶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kayak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koala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Lettre étrangère : elle apparaît surtout dans des mots internationaux.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11/26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elle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/elle/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limone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🌙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📚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Épelle : libro.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12/26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emme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/emme/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🍎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🌊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M comme mela : répète puis épelle.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13/26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enne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/enne/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🚢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🌙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🏛️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Napoli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Repère la double consonne dans notte.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14/26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/o/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🐻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occhio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🫒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oliva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Dis : O come orso.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15/26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🍕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pizza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⚽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pallone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🖊️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penna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Épelle : pizza.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16/26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Q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qu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/ku/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quaderno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🖼️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quadro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4️⃣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quattro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En italien, Q est presque toujours suivi de U.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17/26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erre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/erre/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🏛️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🐸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🌹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Répète en roulant légèrement le 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18/26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esse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/esse/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☀️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🏫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scuola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🪑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sedia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Observe le groupe SC dans scuola.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19/26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🚆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🪑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tavolo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☎️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telefono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Épelle : treno.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20/26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🍇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uomo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Dis : U come uva.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21/26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V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/vi/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vespa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🍷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🎻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violino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Répète : vespa, vino, violino.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22/26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Lettera straniera · mots internationaux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doppia vu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/doppia vu/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🌭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wurstel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🌐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🏄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windsurf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Lettre étrangère : surtout dans les mots internationaux.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23/26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Lettera straniera · mots internationaux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ics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/iks/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🎹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xilofono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🚕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📦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Lettre étrangère : on la rencontre dans quelques mots.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24/26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Lettera straniera · mots internationaux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 greca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 greca/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🥣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yogurt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🧘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yoga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yacht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Lettre étrangère : utile dans des mots internationaux.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25/26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Lettera Z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Ascolta e ripeti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zeta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/dzeta/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1508760"/>
            <a:ext cx="4480560" cy="109728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Consigne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Ascolta e ripeti.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🎒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zaino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zebra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61120" y="320040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🍬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zucchero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5303520"/>
            <a:ext cx="10789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🟢 Dis : Z come zaino.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26/26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Giochiamo!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Version sans prononciation : les élèves doivent retrouver les réponses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914400" cy="91440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148840" y="1965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Je montre la lettre et les images.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914400" cy="914400"/>
          </a:xfrm>
          <a:prstGeom prst="rect">
            <a:avLst/>
          </a:prstGeom>
          <a:solidFill>
            <a:srgbClr val="FDEBEC"/>
          </a:solidFill>
          <a:ln w="12700">
            <a:solidFill>
              <a:srgbClr val="F6C6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48840" y="33832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Les élèves disent : « La bi » puis « B come bicicletta ».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914400" cy="91440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148840" y="4800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Un point pour l’équipe la plus rapide.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✈️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🌳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🍊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A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1/26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🚲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👦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⛵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B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2/26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🐶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🏠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❤️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C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3/26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🎲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🐬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🍰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D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4/26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🐘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☕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☀️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E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5/26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F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🌸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👪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F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6/26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🐱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🍦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🦒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G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7/26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🏨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🍔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🎧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H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8/26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🏝️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🇮🇹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🪣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I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9/26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J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👖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🎷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J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10/26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🥝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🛶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🐨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K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11/26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🌙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📚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L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12/26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🍎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🌊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✋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M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13/26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🚢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🌙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🏛️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N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14/26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🐻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👁️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🫒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O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15/26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🍕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⚽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🖊️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P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16/26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Q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📓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🖼️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4️⃣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Q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17/26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🏛️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🐸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🌹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R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18/26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☀️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🏫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🪑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S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19/26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🚆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🪑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☎️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T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20/26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U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🍇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👨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🌌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U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21/26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V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🛵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🍷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🎻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V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22/26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🌭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🌐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🏄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W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23/26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🎹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🚕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📦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X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24/26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🥣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🧘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⛵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Y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25/26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Jeu · Z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Retrouve le nom de la lettre, la prononciation et les mots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2743200" cy="2834640"/>
          </a:xfrm>
          <a:prstGeom prst="rect">
            <a:avLst/>
          </a:prstGeom>
          <a:solidFill>
            <a:srgbClr val="FFF6D8"/>
          </a:solidFill>
          <a:ln w="12700">
            <a:solidFill>
              <a:srgbClr val="FDE68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1200" dirty="0"/>
          </a:p>
        </p:txBody>
      </p:sp>
      <p:sp>
        <p:nvSpPr>
          <p:cNvPr id="10" name="Text 8"/>
          <p:cNvSpPr/>
          <p:nvPr/>
        </p:nvSpPr>
        <p:spPr>
          <a:xfrm>
            <a:off x="3749040" y="1508760"/>
            <a:ext cx="7726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toi !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se dit la lettre 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🎒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🦓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961120" y="3063240"/>
            <a:ext cx="2331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🍬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743200" y="5257800"/>
            <a:ext cx="6858000" cy="566928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attendue : « Z come ... 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92840" y="65471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26/26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9246"/>
          </a:solidFill>
          <a:ln w="12700">
            <a:solidFill>
              <a:srgbClr val="0092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"/>
            <a:ext cx="12191695" cy="155448"/>
          </a:xfrm>
          <a:prstGeom prst="rect">
            <a:avLst/>
          </a:prstGeom>
          <a:solidFill>
            <a:srgbClr val="CE2B37"/>
          </a:solidFill>
          <a:ln w="12700">
            <a:solidFill>
              <a:srgbClr val="CE2B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 de classe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Il nostro alfabeto illustrato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247120" y="566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🇮🇹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Italiano 5e · L’alfabeto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groupe reçoit une lettre.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72200" y="141732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choisit un mot italien.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illustre la lettre.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72200" y="2743200"/>
            <a:ext cx="5212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présente : « La A, A come aereo ».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4617720"/>
            <a:ext cx="8412480" cy="914400"/>
          </a:xfrm>
          <a:prstGeom prst="rect">
            <a:avLst/>
          </a:prstGeom>
          <a:solidFill>
            <a:srgbClr val="EAF7EF"/>
          </a:solidFill>
          <a:ln w="12700">
            <a:solidFill>
              <a:srgbClr val="BFE8CF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la fin, la classe crée son alphabet italien collectif.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L'alfabeto italiano – support classe</dc:title>
  <dc:subject>L'alfabeto italiano</dc:subject>
  <dc:creator>OpenAI</dc:creator>
  <cp:lastModifiedBy>OpenAI</cp:lastModifiedBy>
  <cp:revision>1</cp:revision>
  <dcterms:created xsi:type="dcterms:W3CDTF">2026-07-22T08:19:59Z</dcterms:created>
  <dcterms:modified xsi:type="dcterms:W3CDTF">2026-07-22T08:19:59Z</dcterms:modified>
</cp:coreProperties>
</file>