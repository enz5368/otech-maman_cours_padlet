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5BCDE-6C4D-4904-BBC7-B292445359E5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88679B-60D9-491F-9D73-5FE29ECA44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8317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7DC966-E02C-00BB-5531-E5C5EF846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2B6E534-A7EA-A11F-EC54-B2AE72E3DF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C5CAA3-3416-5797-F558-208596661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7311-19CF-47CC-A0C5-733A9F6D1646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EFB1F1-27DF-7BE1-58AA-32C0611F7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1C19B0-34B9-CDBB-71E9-96C57DA4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4D59-9A01-4899-A45C-FFD50B5BC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3385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3A02AF-1C8F-3DCE-2619-E1998FFC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A4B624-390B-39BC-87CB-7C2EC3402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D9E7F0-C1EF-99BC-4CE1-69434BEA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7311-19CF-47CC-A0C5-733A9F6D1646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D77AD0-670C-D344-EB33-C1E3C8548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37B5C7-728C-BCD0-5155-8CAD6DF2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4D59-9A01-4899-A45C-FFD50B5BC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558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ECB2BB-4016-89BC-62C3-587DDCF9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52F093-4B7E-15BF-8E0A-E026774F5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22647F-547D-2FCB-8160-DC803714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7311-19CF-47CC-A0C5-733A9F6D1646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69559-28CA-8DC7-A568-3C4D98BC8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E0B72D-40E3-162C-3F57-2CBFC2E42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4D59-9A01-4899-A45C-FFD50B5BC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65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C38BB2-55F1-7F8E-B792-6ED2F4653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2AB930-95F1-4170-01B7-A4A1521F5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D5304D9-867E-A2FF-8325-860CB0A01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D6A575-D948-F134-4372-60B07A2C8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7311-19CF-47CC-A0C5-733A9F6D1646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FE6926-151C-174A-D2CA-EB457C04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B02D875-71F8-78B1-F5B3-209E4BF4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4D59-9A01-4899-A45C-FFD50B5BC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1695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B285A2-2F72-4EB5-F8FE-24047578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B4EB16-4892-8F72-9B09-AF0DECE61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159620-18F5-AC94-A3D0-51876B370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DFF3A11-F662-C3A5-5F33-9429EBA6F4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D3DFFF1-81DF-3E4B-1BE5-A76E3857A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99D7B6A-3574-941A-06DB-1F59541D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7311-19CF-47CC-A0C5-733A9F6D1646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5C03300-F515-DA7B-D073-4D9289EF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3C585B7-3D64-EDB3-DFCB-CA7D43EB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4D59-9A01-4899-A45C-FFD50B5BC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764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E99643-4335-BF49-8CD8-808048D91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DFF96EF-0B5A-F4A8-FA69-21398FF1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7311-19CF-47CC-A0C5-733A9F6D1646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8D3D109-D90E-7C20-BC4C-AB5BE53F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2F6FF5D-D9FD-FCBD-0119-EAB15DF3D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4D59-9A01-4899-A45C-FFD50B5BC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9313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60FF024-5130-D656-05A5-2766F0D2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7311-19CF-47CC-A0C5-733A9F6D1646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B934AEC-CA01-0157-EC73-DCC8C84E4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37E724-6E22-CA8B-8D07-DC78EAC8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4D59-9A01-4899-A45C-FFD50B5BC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23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E02E46-169D-A6E2-28D9-8A6D9637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155777-7F19-D09B-C705-7E9A0E637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3CC1B8B-18B7-15F1-B3C3-3F290E997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C8F6E25-6ED3-B202-F880-35C5FBAC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7311-19CF-47CC-A0C5-733A9F6D1646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E90785-D86B-2C14-9566-B5931E90A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D21D85-6BEA-A6C5-FB58-E867884EC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4D59-9A01-4899-A45C-FFD50B5BC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1192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843B87-A9D0-E895-3530-4495198A5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BD73598-E0BD-34CC-1FA6-4454B83C41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B28647E-E33E-AEAC-27DA-62D5622A1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54CCF1-C69E-B139-6854-E0A4B00AB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7311-19CF-47CC-A0C5-733A9F6D1646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EA9B10-419F-7F2A-64D5-8F75413C0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37A1F5-930C-2C0E-2BFD-C2A4D2D41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4D59-9A01-4899-A45C-FFD50B5BC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640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CF776A-6854-9E29-C617-B3DC28291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7183C9C-9117-60CF-AB3C-055FB5A26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0AD141-EB22-CE47-A1ED-C3D6B0FD5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7311-19CF-47CC-A0C5-733A9F6D1646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BB95CC-A7C7-0429-F80B-D73BF3ED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7CB28A-E445-ADC7-B462-A5FF68572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4D59-9A01-4899-A45C-FFD50B5BC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329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233E3F3-FCF6-FCF0-57CF-B850FDE71E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3289278-7870-DD8D-A541-594C54128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A76714-9454-3ECE-257D-160A27B44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7311-19CF-47CC-A0C5-733A9F6D1646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EE7091-57BC-6FCB-61EC-97C257745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25026C-3CB6-091A-4658-99BEF9222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4D59-9A01-4899-A45C-FFD50B5BC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884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8CD045B-AB7E-8476-0506-CB308671A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A95B62-B600-062C-F3C0-16056CD64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BE41F3-1A9C-2843-BF54-E4A2CD376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37311-19CF-47CC-A0C5-733A9F6D1646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82840C-60A3-D069-FD31-CC7BF0E1B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671CAC-49A3-260D-9C89-98379C7E3D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C4D59-9A01-4899-A45C-FFD50B5BC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133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png"/><Relationship Id="rId7" Type="http://schemas.openxmlformats.org/officeDocument/2006/relationships/image" Target="../media/image11.jpg"/><Relationship Id="rId12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11" Type="http://schemas.openxmlformats.org/officeDocument/2006/relationships/image" Target="../media/image15.jpg"/><Relationship Id="rId5" Type="http://schemas.openxmlformats.org/officeDocument/2006/relationships/image" Target="../media/image9.jp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0825" y="3860800"/>
            <a:ext cx="2774950" cy="29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2"/>
          <p:cNvSpPr txBox="1"/>
          <p:nvPr/>
        </p:nvSpPr>
        <p:spPr>
          <a:xfrm>
            <a:off x="2782887" y="0"/>
            <a:ext cx="6481762" cy="1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4400"/>
            </a:pPr>
            <a:r>
              <a:rPr lang="fr-FR" sz="4400" b="1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Capisci</a:t>
            </a:r>
            <a:r>
              <a:rPr lang="fr-FR" sz="4400" b="1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l’italiano ?</a:t>
            </a:r>
            <a:endParaRPr dirty="0"/>
          </a:p>
          <a:p>
            <a:pPr algn="ctr">
              <a:buClr>
                <a:schemeClr val="dk1"/>
              </a:buClr>
              <a:buSzPts val="4000"/>
            </a:pPr>
            <a:r>
              <a:rPr lang="fr-FR" sz="4000" i="1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Tu comprends l’italien ?</a:t>
            </a:r>
            <a:endParaRPr dirty="0"/>
          </a:p>
        </p:txBody>
      </p:sp>
      <p:pic>
        <p:nvPicPr>
          <p:cNvPr id="111" name="Google Shape;111;p12" descr="http://www.istitutocomprensivoviggiano.it/images/primaria%20viggiano/ciaoprimaria/Ciao_animato2.gi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960000">
            <a:off x="6997701" y="1171576"/>
            <a:ext cx="2757487" cy="173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5">
            <a:alphaModFix/>
          </a:blip>
          <a:srcRect l="5131"/>
          <a:stretch/>
        </p:blipFill>
        <p:spPr>
          <a:xfrm>
            <a:off x="4583112" y="2852738"/>
            <a:ext cx="2449512" cy="230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9288" y="5970587"/>
            <a:ext cx="4003675" cy="88741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2"/>
          <p:cNvSpPr txBox="1"/>
          <p:nvPr/>
        </p:nvSpPr>
        <p:spPr>
          <a:xfrm>
            <a:off x="7824788" y="4005263"/>
            <a:ext cx="1366837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B32C16"/>
              </a:buClr>
              <a:buSzPts val="2000"/>
            </a:pPr>
            <a:r>
              <a:rPr lang="fr-FR" sz="2000" b="1">
                <a:solidFill>
                  <a:srgbClr val="B32C1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 favore …</a:t>
            </a:r>
            <a:endParaRPr/>
          </a:p>
        </p:txBody>
      </p:sp>
      <p:pic>
        <p:nvPicPr>
          <p:cNvPr id="115" name="Google Shape;115;p12" descr="http://t2.gstatic.com/images?q=tbn:ANd9GcS0cHY4DSwbOxbSHK61bzrbmZe2oRYe06iFhapAb6OWYSuQ92GP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74826" y="1844675"/>
            <a:ext cx="3400425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 descr="http://www.rtbnetwork.it/media/programmi/come_stai/come_stai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540000">
            <a:off x="1847851" y="3213100"/>
            <a:ext cx="2162175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1640283E-568C-ABE7-9912-A007BF2461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Google Shape;95;p11">
            <a:extLst>
              <a:ext uri="{FF2B5EF4-FFF2-40B4-BE49-F238E27FC236}">
                <a16:creationId xmlns:a16="http://schemas.microsoft.com/office/drawing/2014/main" id="{9078265C-611C-3E34-BF28-6D45C214188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4400"/>
            </a:pPr>
            <a:r>
              <a:rPr lang="fr-FR" sz="4400" b="1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Conosci</a:t>
            </a:r>
            <a:r>
              <a:rPr lang="fr-FR" sz="4400" b="1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l’Italia ?</a:t>
            </a:r>
            <a:endParaRPr dirty="0"/>
          </a:p>
          <a:p>
            <a:pPr algn="ctr">
              <a:buClr>
                <a:schemeClr val="dk1"/>
              </a:buClr>
              <a:buSzPts val="4000"/>
            </a:pPr>
            <a:r>
              <a:rPr lang="fr-FR" sz="4000" i="1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Tu connais l’Italie ?</a:t>
            </a:r>
            <a:br>
              <a:rPr lang="fr-FR" sz="4000" i="1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</a:br>
            <a:r>
              <a:rPr lang="fr-FR" sz="4000" b="1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Quale parole </a:t>
            </a:r>
            <a:r>
              <a:rPr lang="fr-FR" sz="4000" b="1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conosci</a:t>
            </a:r>
            <a:r>
              <a:rPr lang="fr-FR" sz="4000" b="1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?</a:t>
            </a:r>
            <a:br>
              <a:rPr lang="fr-FR" sz="4000" b="1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</a:br>
            <a:r>
              <a:rPr lang="fr-FR" sz="4000" b="1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Quels mots connais-tu?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283862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1"/>
          <p:cNvPicPr preferRelativeResize="0"/>
          <p:nvPr/>
        </p:nvPicPr>
        <p:blipFill rotWithShape="1">
          <a:blip r:embed="rId3">
            <a:alphaModFix/>
          </a:blip>
          <a:srcRect r="7134"/>
          <a:stretch/>
        </p:blipFill>
        <p:spPr>
          <a:xfrm>
            <a:off x="5375276" y="1341438"/>
            <a:ext cx="1512887" cy="25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>
            <a:off x="1919288" y="0"/>
            <a:ext cx="6480175" cy="1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4400"/>
            </a:pPr>
            <a:r>
              <a:rPr lang="fr-FR" sz="4400" b="1" dirty="0" err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Conosci</a:t>
            </a:r>
            <a:r>
              <a:rPr lang="fr-FR" sz="4400" b="1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 l’Italia ?</a:t>
            </a:r>
            <a:endParaRPr dirty="0"/>
          </a:p>
          <a:p>
            <a:pPr algn="ctr">
              <a:buClr>
                <a:schemeClr val="dk1"/>
              </a:buClr>
              <a:buSzPts val="4000"/>
            </a:pPr>
            <a:r>
              <a:rPr lang="fr-FR" sz="4000" i="1" dirty="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Tu connais l’Italie ?</a:t>
            </a:r>
            <a:endParaRPr dirty="0"/>
          </a:p>
        </p:txBody>
      </p:sp>
      <p:pic>
        <p:nvPicPr>
          <p:cNvPr id="96" name="Google Shape;96;p11" descr="http://www.il-colosseo.it/colos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013" y="5445125"/>
            <a:ext cx="3479800" cy="2211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1" descr="http://globalgoodgroup.com/wp-content/uploads/2012/06/Gucci-Bags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51088" y="3573462"/>
            <a:ext cx="1296987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1" descr="http://www.prodottitipicicampania.it/wp-content/uploads/2011/07/Fotolia_30022233_Subscription_L-1024x738.jpg"/>
          <p:cNvPicPr preferRelativeResize="0"/>
          <p:nvPr/>
        </p:nvPicPr>
        <p:blipFill rotWithShape="1">
          <a:blip r:embed="rId6">
            <a:alphaModFix/>
          </a:blip>
          <a:srcRect l="3004"/>
          <a:stretch/>
        </p:blipFill>
        <p:spPr>
          <a:xfrm>
            <a:off x="4367213" y="4365626"/>
            <a:ext cx="1944687" cy="144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1" descr="http://idata.over-blog.com/4/19/06/20/Pasta.jpg"/>
          <p:cNvPicPr preferRelativeResize="0"/>
          <p:nvPr/>
        </p:nvPicPr>
        <p:blipFill rotWithShape="1">
          <a:blip r:embed="rId7">
            <a:alphaModFix/>
          </a:blip>
          <a:srcRect b="25356"/>
          <a:stretch/>
        </p:blipFill>
        <p:spPr>
          <a:xfrm>
            <a:off x="7824787" y="44451"/>
            <a:ext cx="2317750" cy="2160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1" descr="http://static.haisentito.it/625X0/www/haisentito/it/img/_TorrePisa.JPG"/>
          <p:cNvPicPr preferRelativeResize="0"/>
          <p:nvPr/>
        </p:nvPicPr>
        <p:blipFill rotWithShape="1">
          <a:blip r:embed="rId8">
            <a:alphaModFix/>
          </a:blip>
          <a:srcRect r="38664"/>
          <a:stretch/>
        </p:blipFill>
        <p:spPr>
          <a:xfrm>
            <a:off x="8759826" y="2349500"/>
            <a:ext cx="1296987" cy="26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1" descr="http://stocklogos.com/sites/default/files/ferrari-logo_0.jpg"/>
          <p:cNvPicPr preferRelativeResize="0"/>
          <p:nvPr/>
        </p:nvPicPr>
        <p:blipFill rotWithShape="1">
          <a:blip r:embed="rId9">
            <a:alphaModFix/>
          </a:blip>
          <a:srcRect l="26414" t="6350" r="28302" b="6149"/>
          <a:stretch/>
        </p:blipFill>
        <p:spPr>
          <a:xfrm>
            <a:off x="4224338" y="2492375"/>
            <a:ext cx="1190625" cy="144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 descr="http://tecfa.unige.ch/tecfa/teaching/UVLibre/tp-iish/ex-9798/venise/images/gondole/gonddorm.gif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43475" y="5668962"/>
            <a:ext cx="4392612" cy="128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 descr="http://resources.zaniviaggi.it/res_zani/immagini_catalogo/2013-1-11%2017.16.23.728---carnevale-di-venezia.jp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74825" y="1412875"/>
            <a:ext cx="2278062" cy="170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1" descr="http://www.puzzle-blog.de/wp-content/uploads/2012/10/Mona-Lisa-Leonardo-da-Vinci-250-Teile-Puzzle-Edition-Ricordi-Art-Stones.jp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43700" y="2997201"/>
            <a:ext cx="1651000" cy="227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7948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</Words>
  <Application>Microsoft Office PowerPoint</Application>
  <PresentationFormat>Grand écran</PresentationFormat>
  <Paragraphs>7</Paragraphs>
  <Slides>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Century Schoolbook</vt:lpstr>
      <vt:lpstr>Overlock</vt:lpstr>
      <vt:lpstr>Thème Office</vt:lpstr>
      <vt:lpstr>Présentation PowerPoint</vt:lpstr>
      <vt:lpstr>Conosci l’Italia ? Tu connais l’Italie ? Quale parole conosci? Quels mots connais-tu?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ROSE MARIE CASTALDI</dc:creator>
  <cp:lastModifiedBy>ROSE MARIE CASTALDI</cp:lastModifiedBy>
  <cp:revision>1</cp:revision>
  <dcterms:created xsi:type="dcterms:W3CDTF">2026-07-22T07:56:47Z</dcterms:created>
  <dcterms:modified xsi:type="dcterms:W3CDTF">2026-07-22T07:58:26Z</dcterms:modified>
</cp:coreProperties>
</file>