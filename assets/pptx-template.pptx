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0F5CA4-592C-6BE5-572A-7607DAF59D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2F05C3-BE4A-2FAD-5D3D-B96598AE1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391F31-4767-701E-5062-4D53A685A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C0B61-4DBB-4071-B02B-21806B9C7F15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7222DF-1A43-2D85-C579-E2184B1CD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577E1C-38D1-8945-9D21-437B04AD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C1EC-9F3E-4848-BAEE-4644F44233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6155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F18C82-71C9-69DF-5911-734E74AF1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554BB1-08E4-63BF-9F60-EA500A25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55726B-7694-FA98-4243-FD0A95CC2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C0B61-4DBB-4071-B02B-21806B9C7F15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E889BE-7C3F-9814-B527-77A8B803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18535F-75D9-7186-9644-9FE7A9882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C1EC-9F3E-4848-BAEE-4644F44233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6011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D145CB-8630-0940-A54E-7120CC385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3E58BD-216C-5110-4DD0-4A60458CB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EAC2A2-6E44-51B7-9678-675CC06BA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C0B61-4DBB-4071-B02B-21806B9C7F15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02D42C-30B1-223C-08A1-4AF3D6298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81FA48-CB13-3261-9ADA-959DE2CBE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C1EC-9F3E-4848-BAEE-4644F44233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351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FE834-0C94-BBCD-2724-CD9A203B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20C547-E2A1-D31D-F38B-590B54FED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305DE3-0F89-2E67-FCED-B0447D071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FAD712-9FAF-7FF6-3D76-B05500740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C0B61-4DBB-4071-B02B-21806B9C7F15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52CDE04-4816-3DA3-01E5-BC66A15E7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571499-B0C3-1F8A-BBF1-0D588CFA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C1EC-9F3E-4848-BAEE-4644F44233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6767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F8FA67-6C95-2F6B-DE2A-DECD63D41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0D0A7B-3940-5BB4-36E1-B434A580D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70A8F0-E160-7ECA-5545-F4A24F326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F429D78-6B58-7DDE-AB0B-8CD0CC426D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06C598-36DA-59A0-CA22-2434948FEF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4856ED-97B6-6357-7FEA-6E1967105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C0B61-4DBB-4071-B02B-21806B9C7F15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468B144-8A58-5AF7-9CC4-F31C3F7F2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19B58FC-E58C-B9DF-CD12-46F209E0A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C1EC-9F3E-4848-BAEE-4644F44233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887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79AEBB-6ECC-17B7-A7AE-42C4D1F18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530D861-8230-503C-C75B-74ED2A29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C0B61-4DBB-4071-B02B-21806B9C7F15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86280A6-94DA-1EEA-9868-A45E05ED5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018A95F-D5BD-8854-C6DD-048F6C3DD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C1EC-9F3E-4848-BAEE-4644F44233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5553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00E008D-BB14-2218-7AED-54678D979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C0B61-4DBB-4071-B02B-21806B9C7F15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1F6D656-0D56-0458-344A-A3BDA431D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102D6C-5EAC-1B16-C082-D1AD79A6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C1EC-9F3E-4848-BAEE-4644F44233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593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B63737-C03F-E958-B100-2839ED458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7DB3EA-B180-7341-76DC-65F28A177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D36B48-E869-72F8-7E58-8DEF5E7A5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179969-EEDC-B678-0C0A-35251581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C0B61-4DBB-4071-B02B-21806B9C7F15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34238C-BD34-01C1-59EF-EC87500F3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78179D-A54D-0A8C-38B3-C01192A00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C1EC-9F3E-4848-BAEE-4644F44233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759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8C8248-E0ED-A390-8931-660C1974A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8DD8321-392F-96E1-D24F-5DE7A0CD8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7815F54-F1DA-9B94-9D96-9F000EA1F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3FD5575-FA1B-4AEA-8650-96729A5D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C0B61-4DBB-4071-B02B-21806B9C7F15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5C7622-07D1-040E-58BD-A058D82C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ABD3EFF-1F7C-25C4-E38C-FFC6C970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C1EC-9F3E-4848-BAEE-4644F44233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3382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3C33FA-65E9-F464-288F-9FD0CBDA3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E5FE0BE-72D1-8268-A261-0B1FD5999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F08BBE-1F25-F21F-52AD-2AE432946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C0B61-4DBB-4071-B02B-21806B9C7F15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5364FF-F572-B8B8-2BEF-781C9682E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5029E7-84A9-B02C-1999-2B23ECBE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C1EC-9F3E-4848-BAEE-4644F44233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4501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810CA95-7DC2-89D5-7918-BD734665E2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2BA0B15-923A-8E38-F6E7-6A419E16C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D7C9DC-B081-5A97-BFAD-B169A049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C0B61-4DBB-4071-B02B-21806B9C7F15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5E0AAB-94AB-BA6A-9248-4926CC29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64C984-A21F-0F06-CA6C-4AD6C8484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C1EC-9F3E-4848-BAEE-4644F44233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1990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4F672EF-EA76-667A-EC6D-0C0509E17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304FD4-B38C-AF24-287B-C51B71CA1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1764EE-3BA5-F6CE-8255-E44B126F4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C0B61-4DBB-4071-B02B-21806B9C7F15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BCBFFB-CE8E-438B-C4A6-2559B40B07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56FA39-AC2C-E06C-76F6-488C67C39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FC1EC-9F3E-4848-BAEE-4644F44233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9777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16594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Enzo Orellana</dc:creator>
  <cp:lastModifiedBy>Enzo Orellana</cp:lastModifiedBy>
  <cp:revision>1</cp:revision>
  <dcterms:created xsi:type="dcterms:W3CDTF">2026-07-25T10:57:45Z</dcterms:created>
  <dcterms:modified xsi:type="dcterms:W3CDTF">2026-07-25T10:57:46Z</dcterms:modified>
</cp:coreProperties>
</file>